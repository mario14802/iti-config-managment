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37" y="-2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9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6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5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64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53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7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1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25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5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6DA15-AAF4-412C-9E3F-26E347EF66B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F3C76-3DF2-4C28-BC41-1A82ABC3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5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E47B0F-61AF-086E-C2B0-D7449BB0CA56}"/>
              </a:ext>
            </a:extLst>
          </p:cNvPr>
          <p:cNvSpPr txBox="1"/>
          <p:nvPr/>
        </p:nvSpPr>
        <p:spPr>
          <a:xfrm>
            <a:off x="2506980" y="365760"/>
            <a:ext cx="2346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User Fow 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68D60FA-A989-5B4F-13FE-06466ED20D9F}"/>
              </a:ext>
            </a:extLst>
          </p:cNvPr>
          <p:cNvSpPr/>
          <p:nvPr/>
        </p:nvSpPr>
        <p:spPr>
          <a:xfrm>
            <a:off x="2567940" y="1051560"/>
            <a:ext cx="1828800" cy="5334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BBE66F-2D2F-C0ED-7D40-9DF0395D2244}"/>
              </a:ext>
            </a:extLst>
          </p:cNvPr>
          <p:cNvCxnSpPr>
            <a:stCxn id="5" idx="4"/>
          </p:cNvCxnSpPr>
          <p:nvPr/>
        </p:nvCxnSpPr>
        <p:spPr>
          <a:xfrm>
            <a:off x="3482340" y="1584960"/>
            <a:ext cx="7620" cy="510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C0A575C1-3B36-0F00-797E-4F0AEA764F97}"/>
              </a:ext>
            </a:extLst>
          </p:cNvPr>
          <p:cNvSpPr/>
          <p:nvPr/>
        </p:nvSpPr>
        <p:spPr>
          <a:xfrm>
            <a:off x="2579370" y="2095500"/>
            <a:ext cx="1821180" cy="1516380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Has account?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E2CC89-E7C0-0510-916F-EED2448E7AAF}"/>
              </a:ext>
            </a:extLst>
          </p:cNvPr>
          <p:cNvCxnSpPr>
            <a:cxnSpLocks/>
          </p:cNvCxnSpPr>
          <p:nvPr/>
        </p:nvCxnSpPr>
        <p:spPr>
          <a:xfrm>
            <a:off x="4396740" y="2853690"/>
            <a:ext cx="624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907375-2C27-89B8-B755-2CCAF7CDAFB6}"/>
              </a:ext>
            </a:extLst>
          </p:cNvPr>
          <p:cNvCxnSpPr>
            <a:cxnSpLocks/>
          </p:cNvCxnSpPr>
          <p:nvPr/>
        </p:nvCxnSpPr>
        <p:spPr>
          <a:xfrm flipH="1">
            <a:off x="2023110" y="2853690"/>
            <a:ext cx="556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7E2CC2E-7787-C853-B0DC-C026ADAB3CD0}"/>
              </a:ext>
            </a:extLst>
          </p:cNvPr>
          <p:cNvSpPr txBox="1"/>
          <p:nvPr/>
        </p:nvSpPr>
        <p:spPr>
          <a:xfrm>
            <a:off x="4396740" y="2446020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137AE-49E5-AF7E-0A14-CD35F70F6A18}"/>
              </a:ext>
            </a:extLst>
          </p:cNvPr>
          <p:cNvSpPr txBox="1"/>
          <p:nvPr/>
        </p:nvSpPr>
        <p:spPr>
          <a:xfrm>
            <a:off x="2093595" y="2484358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37A1E4-7C86-3CF2-2381-4C8EEE9C828F}"/>
              </a:ext>
            </a:extLst>
          </p:cNvPr>
          <p:cNvSpPr/>
          <p:nvPr/>
        </p:nvSpPr>
        <p:spPr>
          <a:xfrm>
            <a:off x="5021580" y="2600444"/>
            <a:ext cx="1678305" cy="48208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F3BDD6-B088-EA5F-3932-FEBB49F07721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5860733" y="3082528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8D51F947-7236-48C9-3D5D-105C7E654D7B}"/>
              </a:ext>
            </a:extLst>
          </p:cNvPr>
          <p:cNvSpPr/>
          <p:nvPr/>
        </p:nvSpPr>
        <p:spPr>
          <a:xfrm>
            <a:off x="4878705" y="3621381"/>
            <a:ext cx="1821180" cy="945165"/>
          </a:xfrm>
          <a:prstGeom prst="parallelogram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Enter email &amp; password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4D1C74-8E1D-4469-E22D-09F6EEB551DF}"/>
              </a:ext>
            </a:extLst>
          </p:cNvPr>
          <p:cNvCxnSpPr>
            <a:cxnSpLocks/>
          </p:cNvCxnSpPr>
          <p:nvPr/>
        </p:nvCxnSpPr>
        <p:spPr>
          <a:xfrm>
            <a:off x="5789295" y="4566546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>
            <a:extLst>
              <a:ext uri="{FF2B5EF4-FFF2-40B4-BE49-F238E27FC236}">
                <a16:creationId xmlns:a16="http://schemas.microsoft.com/office/drawing/2014/main" id="{AAF6BC04-43F2-6C9C-E447-2F29C44A6131}"/>
              </a:ext>
            </a:extLst>
          </p:cNvPr>
          <p:cNvSpPr/>
          <p:nvPr/>
        </p:nvSpPr>
        <p:spPr>
          <a:xfrm>
            <a:off x="5039679" y="5095898"/>
            <a:ext cx="1499232" cy="1053442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Valid?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1819679-1311-7B03-5DAF-63EFAD5F8281}"/>
              </a:ext>
            </a:extLst>
          </p:cNvPr>
          <p:cNvCxnSpPr>
            <a:cxnSpLocks/>
          </p:cNvCxnSpPr>
          <p:nvPr/>
        </p:nvCxnSpPr>
        <p:spPr>
          <a:xfrm flipH="1">
            <a:off x="4676775" y="5622619"/>
            <a:ext cx="362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2654EC-7DA7-1871-F41E-12768384BA3E}"/>
              </a:ext>
            </a:extLst>
          </p:cNvPr>
          <p:cNvSpPr txBox="1"/>
          <p:nvPr/>
        </p:nvSpPr>
        <p:spPr>
          <a:xfrm>
            <a:off x="4709160" y="5246936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AE93CD-3BF8-5F02-09E1-6DDF8DA93A87}"/>
              </a:ext>
            </a:extLst>
          </p:cNvPr>
          <p:cNvSpPr/>
          <p:nvPr/>
        </p:nvSpPr>
        <p:spPr>
          <a:xfrm>
            <a:off x="3308509" y="5235717"/>
            <a:ext cx="1388744" cy="76110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Show validation error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C075B2-F912-320F-6909-2723EEF85404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4002881" y="4093964"/>
            <a:ext cx="8572" cy="1141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D5D4E8-3B18-D6C1-FE2D-09ECA23A65B1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4002881" y="4093964"/>
            <a:ext cx="993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B6EED27-8C5D-CABD-04CC-A87BBF88EB31}"/>
              </a:ext>
            </a:extLst>
          </p:cNvPr>
          <p:cNvCxnSpPr>
            <a:cxnSpLocks/>
            <a:stCxn id="21" idx="2"/>
            <a:endCxn id="10" idx="0"/>
          </p:cNvCxnSpPr>
          <p:nvPr/>
        </p:nvCxnSpPr>
        <p:spPr>
          <a:xfrm flipH="1">
            <a:off x="5702194" y="6149340"/>
            <a:ext cx="87101" cy="2517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18FF15-3E23-947E-5A98-1599DF69A459}"/>
              </a:ext>
            </a:extLst>
          </p:cNvPr>
          <p:cNvSpPr txBox="1"/>
          <p:nvPr/>
        </p:nvSpPr>
        <p:spPr>
          <a:xfrm>
            <a:off x="5860732" y="7241267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6F7DF41-5719-C3ED-1226-DE4F13921DBE}"/>
              </a:ext>
            </a:extLst>
          </p:cNvPr>
          <p:cNvSpPr/>
          <p:nvPr/>
        </p:nvSpPr>
        <p:spPr>
          <a:xfrm>
            <a:off x="4861173" y="11557801"/>
            <a:ext cx="1828800" cy="5334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6473070-3B87-593A-8CC3-DC8373393228}"/>
              </a:ext>
            </a:extLst>
          </p:cNvPr>
          <p:cNvSpPr/>
          <p:nvPr/>
        </p:nvSpPr>
        <p:spPr>
          <a:xfrm>
            <a:off x="340043" y="2574310"/>
            <a:ext cx="1678305" cy="48208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55C3152-FBCC-36B4-DA78-2C3B4F18C3A2}"/>
              </a:ext>
            </a:extLst>
          </p:cNvPr>
          <p:cNvCxnSpPr>
            <a:cxnSpLocks/>
          </p:cNvCxnSpPr>
          <p:nvPr/>
        </p:nvCxnSpPr>
        <p:spPr>
          <a:xfrm>
            <a:off x="1172528" y="3056394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arallelogram 38">
            <a:extLst>
              <a:ext uri="{FF2B5EF4-FFF2-40B4-BE49-F238E27FC236}">
                <a16:creationId xmlns:a16="http://schemas.microsoft.com/office/drawing/2014/main" id="{7205A4E4-1809-CC12-4B7B-B8F5B30625F3}"/>
              </a:ext>
            </a:extLst>
          </p:cNvPr>
          <p:cNvSpPr/>
          <p:nvPr/>
        </p:nvSpPr>
        <p:spPr>
          <a:xfrm>
            <a:off x="208597" y="3585746"/>
            <a:ext cx="1821180" cy="945165"/>
          </a:xfrm>
          <a:prstGeom prst="parallelogram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Enter </a:t>
            </a:r>
            <a:r>
              <a:rPr lang="en-US" sz="1600" dirty="0" err="1"/>
              <a:t>fname</a:t>
            </a:r>
            <a:r>
              <a:rPr lang="en-US" sz="1600" dirty="0"/>
              <a:t>, </a:t>
            </a:r>
            <a:r>
              <a:rPr lang="en-US" sz="1600" dirty="0" err="1"/>
              <a:t>lname</a:t>
            </a:r>
            <a:r>
              <a:rPr lang="en-US" sz="1600" dirty="0"/>
              <a:t>, email &amp; password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05143F0-7671-858C-7C16-A0D541B4897F}"/>
              </a:ext>
            </a:extLst>
          </p:cNvPr>
          <p:cNvCxnSpPr>
            <a:cxnSpLocks/>
          </p:cNvCxnSpPr>
          <p:nvPr/>
        </p:nvCxnSpPr>
        <p:spPr>
          <a:xfrm>
            <a:off x="832488" y="4513206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iamond 46">
            <a:extLst>
              <a:ext uri="{FF2B5EF4-FFF2-40B4-BE49-F238E27FC236}">
                <a16:creationId xmlns:a16="http://schemas.microsoft.com/office/drawing/2014/main" id="{6A0217F1-9DC6-8B8E-5324-2E8C9E9F3A0C}"/>
              </a:ext>
            </a:extLst>
          </p:cNvPr>
          <p:cNvSpPr/>
          <p:nvPr/>
        </p:nvSpPr>
        <p:spPr>
          <a:xfrm>
            <a:off x="82872" y="5042558"/>
            <a:ext cx="1499232" cy="1053442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Valid?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4BE9741-DB93-EF0E-0C87-DBD7414AD5FE}"/>
              </a:ext>
            </a:extLst>
          </p:cNvPr>
          <p:cNvCxnSpPr>
            <a:cxnSpLocks/>
          </p:cNvCxnSpPr>
          <p:nvPr/>
        </p:nvCxnSpPr>
        <p:spPr>
          <a:xfrm>
            <a:off x="1580200" y="5570676"/>
            <a:ext cx="286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CD56948-368F-D4C1-C694-7D76C154E6E0}"/>
              </a:ext>
            </a:extLst>
          </p:cNvPr>
          <p:cNvSpPr txBox="1"/>
          <p:nvPr/>
        </p:nvSpPr>
        <p:spPr>
          <a:xfrm>
            <a:off x="1457326" y="5152141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CE8B1A0-B4D5-79B7-0E5A-BE693D3CADD4}"/>
              </a:ext>
            </a:extLst>
          </p:cNvPr>
          <p:cNvSpPr/>
          <p:nvPr/>
        </p:nvSpPr>
        <p:spPr>
          <a:xfrm>
            <a:off x="1858328" y="5321678"/>
            <a:ext cx="1131569" cy="77430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Show validation error 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53AD1C0-ACB4-7384-4E0E-458DE676FB87}"/>
              </a:ext>
            </a:extLst>
          </p:cNvPr>
          <p:cNvCxnSpPr>
            <a:cxnSpLocks/>
          </p:cNvCxnSpPr>
          <p:nvPr/>
        </p:nvCxnSpPr>
        <p:spPr>
          <a:xfrm flipV="1">
            <a:off x="2550322" y="4093963"/>
            <a:ext cx="29048" cy="1242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31D15E0-FF6E-1488-5451-3D3DA4ED0F7A}"/>
              </a:ext>
            </a:extLst>
          </p:cNvPr>
          <p:cNvCxnSpPr>
            <a:cxnSpLocks/>
          </p:cNvCxnSpPr>
          <p:nvPr/>
        </p:nvCxnSpPr>
        <p:spPr>
          <a:xfrm flipH="1">
            <a:off x="1878330" y="4070436"/>
            <a:ext cx="701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1FD190A-DA92-60E0-8E1D-5E38AD820F9A}"/>
              </a:ext>
            </a:extLst>
          </p:cNvPr>
          <p:cNvSpPr txBox="1"/>
          <p:nvPr/>
        </p:nvSpPr>
        <p:spPr>
          <a:xfrm>
            <a:off x="818913" y="6334006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B749C2-FBD9-DC12-96AA-10854DB49AA2}"/>
              </a:ext>
            </a:extLst>
          </p:cNvPr>
          <p:cNvSpPr/>
          <p:nvPr/>
        </p:nvSpPr>
        <p:spPr>
          <a:xfrm>
            <a:off x="-7579" y="6908178"/>
            <a:ext cx="2929809" cy="74232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 a new client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B0480D-6E00-B123-3D26-C790A2B6A2EC}"/>
              </a:ext>
            </a:extLst>
          </p:cNvPr>
          <p:cNvCxnSpPr>
            <a:stCxn id="47" idx="2"/>
          </p:cNvCxnSpPr>
          <p:nvPr/>
        </p:nvCxnSpPr>
        <p:spPr>
          <a:xfrm flipH="1">
            <a:off x="818913" y="6096000"/>
            <a:ext cx="13575" cy="812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2BD9A5B9-2E10-CDFC-A0F8-3FE8EDB976B8}"/>
              </a:ext>
            </a:extLst>
          </p:cNvPr>
          <p:cNvSpPr/>
          <p:nvPr/>
        </p:nvSpPr>
        <p:spPr>
          <a:xfrm>
            <a:off x="4829228" y="8666673"/>
            <a:ext cx="1745931" cy="1119473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Admin email?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58E09B-60EA-E954-E346-FCB2CC25BC45}"/>
              </a:ext>
            </a:extLst>
          </p:cNvPr>
          <p:cNvCxnSpPr>
            <a:cxnSpLocks/>
          </p:cNvCxnSpPr>
          <p:nvPr/>
        </p:nvCxnSpPr>
        <p:spPr>
          <a:xfrm>
            <a:off x="5704417" y="9786146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35DAA06-072F-6122-C8C8-B8D91E1D6BED}"/>
              </a:ext>
            </a:extLst>
          </p:cNvPr>
          <p:cNvSpPr txBox="1"/>
          <p:nvPr/>
        </p:nvSpPr>
        <p:spPr>
          <a:xfrm>
            <a:off x="5712037" y="9786146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764F33-D9E6-A620-4F7A-149430E768AA}"/>
              </a:ext>
            </a:extLst>
          </p:cNvPr>
          <p:cNvSpPr/>
          <p:nvPr/>
        </p:nvSpPr>
        <p:spPr>
          <a:xfrm>
            <a:off x="4759219" y="10315498"/>
            <a:ext cx="2060499" cy="66458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Admin dashboard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241529-4697-4942-0583-71D942EC7FE3}"/>
              </a:ext>
            </a:extLst>
          </p:cNvPr>
          <p:cNvCxnSpPr>
            <a:cxnSpLocks/>
          </p:cNvCxnSpPr>
          <p:nvPr/>
        </p:nvCxnSpPr>
        <p:spPr>
          <a:xfrm flipH="1">
            <a:off x="4433422" y="9231888"/>
            <a:ext cx="362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A55E93B-7400-A041-FA75-9CF33891CDB9}"/>
              </a:ext>
            </a:extLst>
          </p:cNvPr>
          <p:cNvSpPr txBox="1"/>
          <p:nvPr/>
        </p:nvSpPr>
        <p:spPr>
          <a:xfrm>
            <a:off x="4465807" y="8856205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2F6E3D3E-6E1C-7F98-26BA-54933F2EE345}"/>
              </a:ext>
            </a:extLst>
          </p:cNvPr>
          <p:cNvSpPr/>
          <p:nvPr/>
        </p:nvSpPr>
        <p:spPr>
          <a:xfrm>
            <a:off x="2493258" y="8675656"/>
            <a:ext cx="1943257" cy="1119472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Supplier email?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53D37C-4C9C-2690-2904-0DF0E3876486}"/>
              </a:ext>
            </a:extLst>
          </p:cNvPr>
          <p:cNvSpPr/>
          <p:nvPr/>
        </p:nvSpPr>
        <p:spPr>
          <a:xfrm>
            <a:off x="2604622" y="11531120"/>
            <a:ext cx="1828800" cy="5334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CBC5E02-A687-E182-33EB-2E4118FA14EF}"/>
              </a:ext>
            </a:extLst>
          </p:cNvPr>
          <p:cNvCxnSpPr>
            <a:cxnSpLocks/>
          </p:cNvCxnSpPr>
          <p:nvPr/>
        </p:nvCxnSpPr>
        <p:spPr>
          <a:xfrm>
            <a:off x="3473816" y="9801479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8B20E81-6981-9C60-FD14-403B36C52334}"/>
              </a:ext>
            </a:extLst>
          </p:cNvPr>
          <p:cNvSpPr txBox="1"/>
          <p:nvPr/>
        </p:nvSpPr>
        <p:spPr>
          <a:xfrm>
            <a:off x="3481436" y="9801479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531ED1C-7463-B2FE-A0C0-CA7FCCD09AFC}"/>
              </a:ext>
            </a:extLst>
          </p:cNvPr>
          <p:cNvSpPr/>
          <p:nvPr/>
        </p:nvSpPr>
        <p:spPr>
          <a:xfrm>
            <a:off x="2528618" y="10330831"/>
            <a:ext cx="2060499" cy="66458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Supplier dashboard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D1799E5-387E-68FC-FB20-8A2FA792A57E}"/>
              </a:ext>
            </a:extLst>
          </p:cNvPr>
          <p:cNvCxnSpPr>
            <a:cxnSpLocks/>
          </p:cNvCxnSpPr>
          <p:nvPr/>
        </p:nvCxnSpPr>
        <p:spPr>
          <a:xfrm>
            <a:off x="3478896" y="10995417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A70B71-AA5D-92D5-BF55-20456476171A}"/>
              </a:ext>
            </a:extLst>
          </p:cNvPr>
          <p:cNvCxnSpPr>
            <a:cxnSpLocks/>
          </p:cNvCxnSpPr>
          <p:nvPr/>
        </p:nvCxnSpPr>
        <p:spPr>
          <a:xfrm>
            <a:off x="5738883" y="11001768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329EB6F-A754-0419-F5AA-E0FAC764308F}"/>
              </a:ext>
            </a:extLst>
          </p:cNvPr>
          <p:cNvCxnSpPr>
            <a:cxnSpLocks/>
          </p:cNvCxnSpPr>
          <p:nvPr/>
        </p:nvCxnSpPr>
        <p:spPr>
          <a:xfrm flipH="1">
            <a:off x="2101062" y="9238239"/>
            <a:ext cx="362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136C447-D999-49A7-44DF-8863C8661AE8}"/>
              </a:ext>
            </a:extLst>
          </p:cNvPr>
          <p:cNvSpPr txBox="1"/>
          <p:nvPr/>
        </p:nvSpPr>
        <p:spPr>
          <a:xfrm>
            <a:off x="2133447" y="8862556"/>
            <a:ext cx="56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0DB0C55-1465-2CDC-FA17-E59631CF4801}"/>
              </a:ext>
            </a:extLst>
          </p:cNvPr>
          <p:cNvSpPr/>
          <p:nvPr/>
        </p:nvSpPr>
        <p:spPr>
          <a:xfrm>
            <a:off x="40046" y="8917364"/>
            <a:ext cx="2060499" cy="66458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Client account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0AEABC3-CE2E-61ED-7C1B-B514288295DE}"/>
              </a:ext>
            </a:extLst>
          </p:cNvPr>
          <p:cNvCxnSpPr>
            <a:cxnSpLocks/>
          </p:cNvCxnSpPr>
          <p:nvPr/>
        </p:nvCxnSpPr>
        <p:spPr>
          <a:xfrm>
            <a:off x="979536" y="9596431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B45C459-2225-7E8B-42CB-3CA18E836CE8}"/>
              </a:ext>
            </a:extLst>
          </p:cNvPr>
          <p:cNvSpPr/>
          <p:nvPr/>
        </p:nvSpPr>
        <p:spPr>
          <a:xfrm>
            <a:off x="165067" y="10125783"/>
            <a:ext cx="2060499" cy="66458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Browse products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22D6177-FD72-CE36-0583-2F989F8B0F59}"/>
              </a:ext>
            </a:extLst>
          </p:cNvPr>
          <p:cNvSpPr/>
          <p:nvPr/>
        </p:nvSpPr>
        <p:spPr>
          <a:xfrm>
            <a:off x="194875" y="11360816"/>
            <a:ext cx="1828800" cy="5334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C40F9E-24F7-8E9D-CAEB-D115115D92BC}"/>
              </a:ext>
            </a:extLst>
          </p:cNvPr>
          <p:cNvCxnSpPr>
            <a:cxnSpLocks/>
          </p:cNvCxnSpPr>
          <p:nvPr/>
        </p:nvCxnSpPr>
        <p:spPr>
          <a:xfrm>
            <a:off x="1069149" y="10825113"/>
            <a:ext cx="0" cy="529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B8577EE6-BB40-1D55-41EC-3F64C1BB55A3}"/>
              </a:ext>
            </a:extLst>
          </p:cNvPr>
          <p:cNvSpPr/>
          <p:nvPr/>
        </p:nvSpPr>
        <p:spPr>
          <a:xfrm>
            <a:off x="200977" y="7908344"/>
            <a:ext cx="1828800" cy="5334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8897585-AE95-A008-D06B-AA74A846D761}"/>
              </a:ext>
            </a:extLst>
          </p:cNvPr>
          <p:cNvCxnSpPr>
            <a:cxnSpLocks/>
          </p:cNvCxnSpPr>
          <p:nvPr/>
        </p:nvCxnSpPr>
        <p:spPr>
          <a:xfrm>
            <a:off x="1063150" y="7671190"/>
            <a:ext cx="0" cy="253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03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63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Mina Mohsen Morris</dc:creator>
  <cp:lastModifiedBy>Mina Mohsen Morris</cp:lastModifiedBy>
  <cp:revision>4</cp:revision>
  <dcterms:created xsi:type="dcterms:W3CDTF">2026-04-17T11:55:33Z</dcterms:created>
  <dcterms:modified xsi:type="dcterms:W3CDTF">2026-04-17T18:10:01Z</dcterms:modified>
</cp:coreProperties>
</file>