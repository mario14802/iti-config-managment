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29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12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3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7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1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2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0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4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3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1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5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BCF34-C861-43EE-9904-24D9CF070FB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20C29-E430-4425-BEB6-80406BD5D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0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18BCE-C3F9-6F18-88E0-9F8726910810}"/>
              </a:ext>
            </a:extLst>
          </p:cNvPr>
          <p:cNvSpPr txBox="1"/>
          <p:nvPr/>
        </p:nvSpPr>
        <p:spPr>
          <a:xfrm>
            <a:off x="2331720" y="350520"/>
            <a:ext cx="256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Supplier Flow Chart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65D013-3C96-9060-30C7-C72C72EB5E9F}"/>
              </a:ext>
            </a:extLst>
          </p:cNvPr>
          <p:cNvSpPr/>
          <p:nvPr/>
        </p:nvSpPr>
        <p:spPr>
          <a:xfrm>
            <a:off x="1525463" y="1179983"/>
            <a:ext cx="1539240" cy="43434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0E8456-3F3B-4AD3-393A-3B6BCDF8F743}"/>
              </a:ext>
            </a:extLst>
          </p:cNvPr>
          <p:cNvSpPr/>
          <p:nvPr/>
        </p:nvSpPr>
        <p:spPr>
          <a:xfrm>
            <a:off x="1491175" y="2713892"/>
            <a:ext cx="1927860" cy="3693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Supplier dashboard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3C244A-9D9E-2492-FE84-6C3AE483D18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295083" y="1614323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B51F21E7-62FC-3EBD-BE26-48323622DB2F}"/>
              </a:ext>
            </a:extLst>
          </p:cNvPr>
          <p:cNvSpPr/>
          <p:nvPr/>
        </p:nvSpPr>
        <p:spPr>
          <a:xfrm>
            <a:off x="1613095" y="3448984"/>
            <a:ext cx="1638300" cy="1181100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product?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E0CDFB-3E61-2FC7-F97B-7EDDE5BF4AC4}"/>
              </a:ext>
            </a:extLst>
          </p:cNvPr>
          <p:cNvCxnSpPr/>
          <p:nvPr/>
        </p:nvCxnSpPr>
        <p:spPr>
          <a:xfrm>
            <a:off x="2432245" y="3083224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A424ED65-21B0-CD74-7B25-A49E68BF0E01}"/>
              </a:ext>
            </a:extLst>
          </p:cNvPr>
          <p:cNvSpPr/>
          <p:nvPr/>
        </p:nvSpPr>
        <p:spPr>
          <a:xfrm>
            <a:off x="1125415" y="4960957"/>
            <a:ext cx="2125980" cy="85344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Enter product details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DC603E-4762-007E-C129-0C153CF31BEA}"/>
              </a:ext>
            </a:extLst>
          </p:cNvPr>
          <p:cNvCxnSpPr/>
          <p:nvPr/>
        </p:nvCxnSpPr>
        <p:spPr>
          <a:xfrm>
            <a:off x="2432245" y="4630084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2E760F-7520-E235-CBC9-2FCB39935CF0}"/>
              </a:ext>
            </a:extLst>
          </p:cNvPr>
          <p:cNvSpPr txBox="1"/>
          <p:nvPr/>
        </p:nvSpPr>
        <p:spPr>
          <a:xfrm>
            <a:off x="2432245" y="4620975"/>
            <a:ext cx="63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AC5FFC-CE58-7FD8-F0B1-F7FAB57DE05A}"/>
              </a:ext>
            </a:extLst>
          </p:cNvPr>
          <p:cNvCxnSpPr>
            <a:cxnSpLocks/>
          </p:cNvCxnSpPr>
          <p:nvPr/>
        </p:nvCxnSpPr>
        <p:spPr>
          <a:xfrm>
            <a:off x="3251395" y="4039534"/>
            <a:ext cx="369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2DA95B-EA92-8E81-85FC-0B2D9B849A8D}"/>
              </a:ext>
            </a:extLst>
          </p:cNvPr>
          <p:cNvSpPr txBox="1"/>
          <p:nvPr/>
        </p:nvSpPr>
        <p:spPr>
          <a:xfrm>
            <a:off x="3140905" y="3696872"/>
            <a:ext cx="64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EFD97F-C77F-163C-95E4-5C7C8195B514}"/>
              </a:ext>
            </a:extLst>
          </p:cNvPr>
          <p:cNvCxnSpPr/>
          <p:nvPr/>
        </p:nvCxnSpPr>
        <p:spPr>
          <a:xfrm>
            <a:off x="4184844" y="585089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8B598BE-26A6-F81C-9EDE-37AC735AEA51}"/>
              </a:ext>
            </a:extLst>
          </p:cNvPr>
          <p:cNvSpPr/>
          <p:nvPr/>
        </p:nvSpPr>
        <p:spPr>
          <a:xfrm>
            <a:off x="3445714" y="6207541"/>
            <a:ext cx="1539240" cy="43434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6D531D-84CD-BAA5-6648-B5B741EEF477}"/>
              </a:ext>
            </a:extLst>
          </p:cNvPr>
          <p:cNvCxnSpPr/>
          <p:nvPr/>
        </p:nvCxnSpPr>
        <p:spPr>
          <a:xfrm>
            <a:off x="2127445" y="5814397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DED61DB-21F4-C65C-1023-5D2C0CC84F31}"/>
              </a:ext>
            </a:extLst>
          </p:cNvPr>
          <p:cNvSpPr/>
          <p:nvPr/>
        </p:nvSpPr>
        <p:spPr>
          <a:xfrm>
            <a:off x="1357825" y="6177834"/>
            <a:ext cx="1539240" cy="43434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End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BC71A5F0-39F8-D66B-587F-6054AAB842F3}"/>
              </a:ext>
            </a:extLst>
          </p:cNvPr>
          <p:cNvSpPr/>
          <p:nvPr/>
        </p:nvSpPr>
        <p:spPr>
          <a:xfrm>
            <a:off x="3647640" y="3448984"/>
            <a:ext cx="1638300" cy="1181100"/>
          </a:xfrm>
          <a:prstGeom prst="diamon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 product?</a:t>
            </a: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D09502B8-FB00-2084-A226-1AF2B3865AC5}"/>
              </a:ext>
            </a:extLst>
          </p:cNvPr>
          <p:cNvSpPr/>
          <p:nvPr/>
        </p:nvSpPr>
        <p:spPr>
          <a:xfrm>
            <a:off x="3150443" y="4995845"/>
            <a:ext cx="1992618" cy="85343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Deleted product pop up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DE26E5-4B8A-A847-2622-5A9463A7D486}"/>
              </a:ext>
            </a:extLst>
          </p:cNvPr>
          <p:cNvCxnSpPr/>
          <p:nvPr/>
        </p:nvCxnSpPr>
        <p:spPr>
          <a:xfrm>
            <a:off x="4461080" y="4620975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15BCDC-F708-1DD2-8E23-2DA84C370B9D}"/>
              </a:ext>
            </a:extLst>
          </p:cNvPr>
          <p:cNvSpPr txBox="1"/>
          <p:nvPr/>
        </p:nvSpPr>
        <p:spPr>
          <a:xfrm>
            <a:off x="4461080" y="4611866"/>
            <a:ext cx="63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944BCC7-2A47-53C6-16DB-32FD288D1A92}"/>
              </a:ext>
            </a:extLst>
          </p:cNvPr>
          <p:cNvCxnSpPr>
            <a:stCxn id="34" idx="3"/>
          </p:cNvCxnSpPr>
          <p:nvPr/>
        </p:nvCxnSpPr>
        <p:spPr>
          <a:xfrm>
            <a:off x="5285940" y="4039534"/>
            <a:ext cx="426735" cy="91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609574-F03F-0742-852C-F01043648ADE}"/>
              </a:ext>
            </a:extLst>
          </p:cNvPr>
          <p:cNvCxnSpPr/>
          <p:nvPr/>
        </p:nvCxnSpPr>
        <p:spPr>
          <a:xfrm flipV="1">
            <a:off x="5734265" y="2934872"/>
            <a:ext cx="0" cy="11046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56CDC13-7ED1-583C-9FD4-0E21D3BCB2A6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419035" y="2898558"/>
            <a:ext cx="2315230" cy="27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B6024BC-A4E6-4642-BDF2-98F835DC7F1A}"/>
              </a:ext>
            </a:extLst>
          </p:cNvPr>
          <p:cNvSpPr txBox="1"/>
          <p:nvPr/>
        </p:nvSpPr>
        <p:spPr>
          <a:xfrm>
            <a:off x="5209737" y="3682883"/>
            <a:ext cx="64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5F3BAF9-327F-7466-3725-D7A5E75E700B}"/>
              </a:ext>
            </a:extLst>
          </p:cNvPr>
          <p:cNvSpPr/>
          <p:nvPr/>
        </p:nvSpPr>
        <p:spPr>
          <a:xfrm>
            <a:off x="1468315" y="1977136"/>
            <a:ext cx="1927860" cy="3693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 as a supplier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1F686DE-EA90-F580-90C0-C8F1C7950ACE}"/>
              </a:ext>
            </a:extLst>
          </p:cNvPr>
          <p:cNvCxnSpPr>
            <a:cxnSpLocks/>
          </p:cNvCxnSpPr>
          <p:nvPr/>
        </p:nvCxnSpPr>
        <p:spPr>
          <a:xfrm>
            <a:off x="2295083" y="2348132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40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Mohsen Morris</dc:creator>
  <cp:lastModifiedBy>Mina Mohsen Morris</cp:lastModifiedBy>
  <cp:revision>5</cp:revision>
  <dcterms:created xsi:type="dcterms:W3CDTF">2026-04-17T17:32:51Z</dcterms:created>
  <dcterms:modified xsi:type="dcterms:W3CDTF">2026-04-17T18:02:51Z</dcterms:modified>
</cp:coreProperties>
</file>