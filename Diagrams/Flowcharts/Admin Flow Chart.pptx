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23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33C882-FF74-4872-B170-11CF9F088A8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8B204-F4A2-4924-9725-6D0E421AA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41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E282-51DF-434B-ABCF-50C8661464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61335-D222-4221-B418-BC9D2C77E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32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E282-51DF-434B-ABCF-50C8661464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61335-D222-4221-B418-BC9D2C77E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09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E282-51DF-434B-ABCF-50C8661464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61335-D222-4221-B418-BC9D2C77E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1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E282-51DF-434B-ABCF-50C8661464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61335-D222-4221-B418-BC9D2C77E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450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E282-51DF-434B-ABCF-50C8661464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61335-D222-4221-B418-BC9D2C77E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E282-51DF-434B-ABCF-50C8661464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61335-D222-4221-B418-BC9D2C77E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3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E282-51DF-434B-ABCF-50C8661464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61335-D222-4221-B418-BC9D2C77E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61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E282-51DF-434B-ABCF-50C8661464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61335-D222-4221-B418-BC9D2C77E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80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E282-51DF-434B-ABCF-50C8661464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61335-D222-4221-B418-BC9D2C77E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58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E282-51DF-434B-ABCF-50C8661464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61335-D222-4221-B418-BC9D2C77E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10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E282-51DF-434B-ABCF-50C8661464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61335-D222-4221-B418-BC9D2C77E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770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AE282-51DF-434B-ABCF-50C8661464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C61335-D222-4221-B418-BC9D2C77E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72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B9C891-4A9A-C500-9CF1-F301462C963D}"/>
              </a:ext>
            </a:extLst>
          </p:cNvPr>
          <p:cNvSpPr txBox="1"/>
          <p:nvPr/>
        </p:nvSpPr>
        <p:spPr>
          <a:xfrm>
            <a:off x="2499360" y="201168"/>
            <a:ext cx="210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Admin Flow 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D2FE91-8289-79F3-5194-3256E4745E84}"/>
              </a:ext>
            </a:extLst>
          </p:cNvPr>
          <p:cNvSpPr/>
          <p:nvPr/>
        </p:nvSpPr>
        <p:spPr>
          <a:xfrm>
            <a:off x="2822448" y="877824"/>
            <a:ext cx="1298448" cy="41452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start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01F11D-B3B9-90B0-82A9-D81E63E3B780}"/>
              </a:ext>
            </a:extLst>
          </p:cNvPr>
          <p:cNvSpPr/>
          <p:nvPr/>
        </p:nvSpPr>
        <p:spPr>
          <a:xfrm>
            <a:off x="2460489" y="2277670"/>
            <a:ext cx="1889760" cy="28041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Admin dashboard 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DC6597A2-C97A-221A-A9A6-1A80948E2C5F}"/>
              </a:ext>
            </a:extLst>
          </p:cNvPr>
          <p:cNvSpPr/>
          <p:nvPr/>
        </p:nvSpPr>
        <p:spPr>
          <a:xfrm>
            <a:off x="-24384" y="3039671"/>
            <a:ext cx="1664203" cy="957072"/>
          </a:xfrm>
          <a:prstGeom prst="diamon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Add supplier?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4612D9-6827-F3C9-416F-4B042175E74E}"/>
              </a:ext>
            </a:extLst>
          </p:cNvPr>
          <p:cNvCxnSpPr>
            <a:cxnSpLocks/>
          </p:cNvCxnSpPr>
          <p:nvPr/>
        </p:nvCxnSpPr>
        <p:spPr>
          <a:xfrm>
            <a:off x="807717" y="3996743"/>
            <a:ext cx="0" cy="262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54F04B5-3004-4B7C-74A3-0C3D55ACFEA9}"/>
              </a:ext>
            </a:extLst>
          </p:cNvPr>
          <p:cNvSpPr txBox="1"/>
          <p:nvPr/>
        </p:nvSpPr>
        <p:spPr>
          <a:xfrm>
            <a:off x="765046" y="3935783"/>
            <a:ext cx="569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77085B51-11A9-B70E-7BE6-836D6A14D85D}"/>
              </a:ext>
            </a:extLst>
          </p:cNvPr>
          <p:cNvSpPr/>
          <p:nvPr/>
        </p:nvSpPr>
        <p:spPr>
          <a:xfrm>
            <a:off x="10665" y="4258871"/>
            <a:ext cx="1594104" cy="603504"/>
          </a:xfrm>
          <a:prstGeom prst="parallelogram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Enter supplier’s name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7720C31-A332-EF8A-97A9-D76A1B1E7FA8}"/>
              </a:ext>
            </a:extLst>
          </p:cNvPr>
          <p:cNvCxnSpPr>
            <a:endCxn id="12" idx="0"/>
          </p:cNvCxnSpPr>
          <p:nvPr/>
        </p:nvCxnSpPr>
        <p:spPr>
          <a:xfrm>
            <a:off x="807717" y="2564183"/>
            <a:ext cx="1" cy="475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D4F999B-6F9E-5482-6842-E0A8E1F6BA0F}"/>
              </a:ext>
            </a:extLst>
          </p:cNvPr>
          <p:cNvCxnSpPr>
            <a:cxnSpLocks/>
          </p:cNvCxnSpPr>
          <p:nvPr/>
        </p:nvCxnSpPr>
        <p:spPr>
          <a:xfrm>
            <a:off x="1587237" y="2420926"/>
            <a:ext cx="8732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1CBCF08-FF3D-D168-E638-022738917B30}"/>
              </a:ext>
            </a:extLst>
          </p:cNvPr>
          <p:cNvCxnSpPr>
            <a:cxnSpLocks/>
          </p:cNvCxnSpPr>
          <p:nvPr/>
        </p:nvCxnSpPr>
        <p:spPr>
          <a:xfrm>
            <a:off x="786381" y="4862375"/>
            <a:ext cx="0" cy="262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853AF46-33F5-E460-BEDA-5ABC342BC13F}"/>
              </a:ext>
            </a:extLst>
          </p:cNvPr>
          <p:cNvSpPr/>
          <p:nvPr/>
        </p:nvSpPr>
        <p:spPr>
          <a:xfrm>
            <a:off x="115822" y="5124503"/>
            <a:ext cx="1298448" cy="41452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End</a:t>
            </a:r>
            <a:endParaRPr lang="en-US" dirty="0"/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718C5F82-23C6-9891-0CC2-2005C4B7E6B1}"/>
              </a:ext>
            </a:extLst>
          </p:cNvPr>
          <p:cNvSpPr/>
          <p:nvPr/>
        </p:nvSpPr>
        <p:spPr>
          <a:xfrm>
            <a:off x="1924043" y="3039671"/>
            <a:ext cx="1664203" cy="957072"/>
          </a:xfrm>
          <a:prstGeom prst="diamon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Delete supplier?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998F374-2929-BA17-F182-0789B93C717C}"/>
              </a:ext>
            </a:extLst>
          </p:cNvPr>
          <p:cNvCxnSpPr>
            <a:cxnSpLocks/>
          </p:cNvCxnSpPr>
          <p:nvPr/>
        </p:nvCxnSpPr>
        <p:spPr>
          <a:xfrm>
            <a:off x="2757669" y="3996743"/>
            <a:ext cx="0" cy="262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8FD3E7B-998B-7ED0-99A2-76CB5D37A988}"/>
              </a:ext>
            </a:extLst>
          </p:cNvPr>
          <p:cNvSpPr txBox="1"/>
          <p:nvPr/>
        </p:nvSpPr>
        <p:spPr>
          <a:xfrm>
            <a:off x="2714998" y="3935783"/>
            <a:ext cx="569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722E4364-7F55-C17B-4949-240679FBE7EA}"/>
              </a:ext>
            </a:extLst>
          </p:cNvPr>
          <p:cNvSpPr/>
          <p:nvPr/>
        </p:nvSpPr>
        <p:spPr>
          <a:xfrm>
            <a:off x="1960617" y="4258871"/>
            <a:ext cx="1594104" cy="603504"/>
          </a:xfrm>
          <a:prstGeom prst="parallelogram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Supplier deleted pop up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24B6C56-E5C3-4AE4-8808-2DEDF64177B8}"/>
              </a:ext>
            </a:extLst>
          </p:cNvPr>
          <p:cNvCxnSpPr>
            <a:cxnSpLocks/>
          </p:cNvCxnSpPr>
          <p:nvPr/>
        </p:nvCxnSpPr>
        <p:spPr>
          <a:xfrm>
            <a:off x="2736333" y="4862375"/>
            <a:ext cx="0" cy="262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6596A2BA-6BD7-BC56-2806-3AA04265E22F}"/>
              </a:ext>
            </a:extLst>
          </p:cNvPr>
          <p:cNvSpPr/>
          <p:nvPr/>
        </p:nvSpPr>
        <p:spPr>
          <a:xfrm>
            <a:off x="2065774" y="5124503"/>
            <a:ext cx="1298448" cy="41452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End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7A9168-5E3E-D643-F062-0F247F21CE00}"/>
              </a:ext>
            </a:extLst>
          </p:cNvPr>
          <p:cNvSpPr txBox="1"/>
          <p:nvPr/>
        </p:nvSpPr>
        <p:spPr>
          <a:xfrm>
            <a:off x="1587237" y="3268363"/>
            <a:ext cx="569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262626B-1310-3024-B095-A1D01F30D74A}"/>
              </a:ext>
            </a:extLst>
          </p:cNvPr>
          <p:cNvCxnSpPr>
            <a:cxnSpLocks/>
          </p:cNvCxnSpPr>
          <p:nvPr/>
        </p:nvCxnSpPr>
        <p:spPr>
          <a:xfrm>
            <a:off x="1639819" y="3518207"/>
            <a:ext cx="3207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9BF9AAE-E250-71E5-2B6E-EEAC6121625E}"/>
              </a:ext>
            </a:extLst>
          </p:cNvPr>
          <p:cNvSpPr/>
          <p:nvPr/>
        </p:nvSpPr>
        <p:spPr>
          <a:xfrm>
            <a:off x="19041" y="2288524"/>
            <a:ext cx="1568196" cy="28041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Suppliers list</a:t>
            </a:r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1F0DCE6D-4E56-7ECF-6FC3-F90AFF82330A}"/>
              </a:ext>
            </a:extLst>
          </p:cNvPr>
          <p:cNvSpPr/>
          <p:nvPr/>
        </p:nvSpPr>
        <p:spPr>
          <a:xfrm>
            <a:off x="3811126" y="2995013"/>
            <a:ext cx="1397523" cy="957072"/>
          </a:xfrm>
          <a:prstGeom prst="diamon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Delete client?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743A3A5-D123-D42B-1230-0530CD24F6A2}"/>
              </a:ext>
            </a:extLst>
          </p:cNvPr>
          <p:cNvCxnSpPr>
            <a:cxnSpLocks/>
          </p:cNvCxnSpPr>
          <p:nvPr/>
        </p:nvCxnSpPr>
        <p:spPr>
          <a:xfrm>
            <a:off x="4495417" y="3982565"/>
            <a:ext cx="0" cy="262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B8A4B4D-B6EC-EFCF-EF8C-51EE3A9CBF23}"/>
              </a:ext>
            </a:extLst>
          </p:cNvPr>
          <p:cNvSpPr txBox="1"/>
          <p:nvPr/>
        </p:nvSpPr>
        <p:spPr>
          <a:xfrm>
            <a:off x="4452746" y="3921605"/>
            <a:ext cx="569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sp>
        <p:nvSpPr>
          <p:cNvPr id="54" name="Parallelogram 53">
            <a:extLst>
              <a:ext uri="{FF2B5EF4-FFF2-40B4-BE49-F238E27FC236}">
                <a16:creationId xmlns:a16="http://schemas.microsoft.com/office/drawing/2014/main" id="{903B44A8-E826-FF21-7433-E796B9861328}"/>
              </a:ext>
            </a:extLst>
          </p:cNvPr>
          <p:cNvSpPr/>
          <p:nvPr/>
        </p:nvSpPr>
        <p:spPr>
          <a:xfrm>
            <a:off x="3698365" y="4244693"/>
            <a:ext cx="1594104" cy="603504"/>
          </a:xfrm>
          <a:prstGeom prst="parallelogram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 deleted pop up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9C9F6ED-BAF6-031F-4536-DD092B389993}"/>
              </a:ext>
            </a:extLst>
          </p:cNvPr>
          <p:cNvCxnSpPr>
            <a:cxnSpLocks/>
          </p:cNvCxnSpPr>
          <p:nvPr/>
        </p:nvCxnSpPr>
        <p:spPr>
          <a:xfrm>
            <a:off x="6256770" y="2564183"/>
            <a:ext cx="1" cy="475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98FF602-8EFA-4D53-D220-FEE380E50B43}"/>
              </a:ext>
            </a:extLst>
          </p:cNvPr>
          <p:cNvCxnSpPr>
            <a:cxnSpLocks/>
          </p:cNvCxnSpPr>
          <p:nvPr/>
        </p:nvCxnSpPr>
        <p:spPr>
          <a:xfrm>
            <a:off x="4350249" y="2420926"/>
            <a:ext cx="8732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6E576D8-5389-47A4-CBEF-F54622114B77}"/>
              </a:ext>
            </a:extLst>
          </p:cNvPr>
          <p:cNvCxnSpPr>
            <a:cxnSpLocks/>
          </p:cNvCxnSpPr>
          <p:nvPr/>
        </p:nvCxnSpPr>
        <p:spPr>
          <a:xfrm>
            <a:off x="4474081" y="4848197"/>
            <a:ext cx="0" cy="262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A28D5DC2-99D5-F04B-28A4-BBB4EA577862}"/>
              </a:ext>
            </a:extLst>
          </p:cNvPr>
          <p:cNvSpPr/>
          <p:nvPr/>
        </p:nvSpPr>
        <p:spPr>
          <a:xfrm>
            <a:off x="3803522" y="5110325"/>
            <a:ext cx="1298448" cy="41452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End</a:t>
            </a:r>
            <a:endParaRPr lang="en-US" dirty="0"/>
          </a:p>
        </p:txBody>
      </p:sp>
      <p:sp>
        <p:nvSpPr>
          <p:cNvPr id="59" name="Diamond 58">
            <a:extLst>
              <a:ext uri="{FF2B5EF4-FFF2-40B4-BE49-F238E27FC236}">
                <a16:creationId xmlns:a16="http://schemas.microsoft.com/office/drawing/2014/main" id="{50878FBE-65D9-2CBA-48C2-0DF4E7957894}"/>
              </a:ext>
            </a:extLst>
          </p:cNvPr>
          <p:cNvSpPr/>
          <p:nvPr/>
        </p:nvSpPr>
        <p:spPr>
          <a:xfrm>
            <a:off x="5611743" y="3009812"/>
            <a:ext cx="1290054" cy="976978"/>
          </a:xfrm>
          <a:prstGeom prst="diamon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Add client?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90BADB7-8D8F-4E30-8538-CC7F7B61351A}"/>
              </a:ext>
            </a:extLst>
          </p:cNvPr>
          <p:cNvCxnSpPr>
            <a:cxnSpLocks/>
          </p:cNvCxnSpPr>
          <p:nvPr/>
        </p:nvCxnSpPr>
        <p:spPr>
          <a:xfrm>
            <a:off x="6256770" y="3996743"/>
            <a:ext cx="0" cy="262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D05304AB-6370-5B56-3303-D74D572B9634}"/>
              </a:ext>
            </a:extLst>
          </p:cNvPr>
          <p:cNvSpPr txBox="1"/>
          <p:nvPr/>
        </p:nvSpPr>
        <p:spPr>
          <a:xfrm>
            <a:off x="6214099" y="3935783"/>
            <a:ext cx="569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sp>
        <p:nvSpPr>
          <p:cNvPr id="62" name="Parallelogram 61">
            <a:extLst>
              <a:ext uri="{FF2B5EF4-FFF2-40B4-BE49-F238E27FC236}">
                <a16:creationId xmlns:a16="http://schemas.microsoft.com/office/drawing/2014/main" id="{B32FBDA1-854A-DCAA-D997-AE9DA4F1267C}"/>
              </a:ext>
            </a:extLst>
          </p:cNvPr>
          <p:cNvSpPr/>
          <p:nvPr/>
        </p:nvSpPr>
        <p:spPr>
          <a:xfrm>
            <a:off x="5145768" y="4258871"/>
            <a:ext cx="1908054" cy="879882"/>
          </a:xfrm>
          <a:prstGeom prst="parallelogram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Enter client’s </a:t>
            </a:r>
            <a:r>
              <a:rPr lang="en-US" sz="1400" dirty="0" err="1"/>
              <a:t>fname,lname</a:t>
            </a:r>
            <a:r>
              <a:rPr lang="en-US" sz="1400" dirty="0"/>
              <a:t>, email and password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C1961F6-9E8B-F7ED-A8F9-2A49D5E2702A}"/>
              </a:ext>
            </a:extLst>
          </p:cNvPr>
          <p:cNvCxnSpPr>
            <a:cxnSpLocks/>
          </p:cNvCxnSpPr>
          <p:nvPr/>
        </p:nvCxnSpPr>
        <p:spPr>
          <a:xfrm>
            <a:off x="6156181" y="5148706"/>
            <a:ext cx="0" cy="262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F729B793-7207-7D6F-CC1F-E2FF641FB730}"/>
              </a:ext>
            </a:extLst>
          </p:cNvPr>
          <p:cNvSpPr/>
          <p:nvPr/>
        </p:nvSpPr>
        <p:spPr>
          <a:xfrm>
            <a:off x="5485622" y="5410834"/>
            <a:ext cx="1298448" cy="41452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End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85512E-6F82-5E53-1260-89AB103402F4}"/>
              </a:ext>
            </a:extLst>
          </p:cNvPr>
          <p:cNvSpPr txBox="1"/>
          <p:nvPr/>
        </p:nvSpPr>
        <p:spPr>
          <a:xfrm>
            <a:off x="5283704" y="3221302"/>
            <a:ext cx="569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3C402A6-64CF-5F32-6DAE-2E52A33C089B}"/>
              </a:ext>
            </a:extLst>
          </p:cNvPr>
          <p:cNvCxnSpPr>
            <a:cxnSpLocks/>
            <a:stCxn id="59" idx="1"/>
            <a:endCxn id="51" idx="3"/>
          </p:cNvCxnSpPr>
          <p:nvPr/>
        </p:nvCxnSpPr>
        <p:spPr>
          <a:xfrm flipH="1" flipV="1">
            <a:off x="5208649" y="3473549"/>
            <a:ext cx="403094" cy="24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A94F4345-4826-7C9A-63F8-6D8066E2EFF2}"/>
              </a:ext>
            </a:extLst>
          </p:cNvPr>
          <p:cNvSpPr/>
          <p:nvPr/>
        </p:nvSpPr>
        <p:spPr>
          <a:xfrm>
            <a:off x="5223501" y="2277670"/>
            <a:ext cx="1568196" cy="28041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Clients list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95AC756-5707-C001-398F-9D54395CD286}"/>
              </a:ext>
            </a:extLst>
          </p:cNvPr>
          <p:cNvCxnSpPr>
            <a:cxnSpLocks/>
          </p:cNvCxnSpPr>
          <p:nvPr/>
        </p:nvCxnSpPr>
        <p:spPr>
          <a:xfrm>
            <a:off x="3471672" y="1316736"/>
            <a:ext cx="0" cy="282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5A9083-E388-B93E-3BF9-F226CFEF28B9}"/>
              </a:ext>
            </a:extLst>
          </p:cNvPr>
          <p:cNvSpPr/>
          <p:nvPr/>
        </p:nvSpPr>
        <p:spPr>
          <a:xfrm>
            <a:off x="2606040" y="1605482"/>
            <a:ext cx="1889760" cy="28041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Login as an admin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025D6E-6C9C-DD23-AF50-CA3AD0342A4F}"/>
              </a:ext>
            </a:extLst>
          </p:cNvPr>
          <p:cNvCxnSpPr>
            <a:cxnSpLocks/>
          </p:cNvCxnSpPr>
          <p:nvPr/>
        </p:nvCxnSpPr>
        <p:spPr>
          <a:xfrm>
            <a:off x="3496804" y="1911096"/>
            <a:ext cx="0" cy="341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570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56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Mina Mohsen Morris</dc:creator>
  <cp:lastModifiedBy>Mina Mohsen Morris</cp:lastModifiedBy>
  <cp:revision>2</cp:revision>
  <dcterms:created xsi:type="dcterms:W3CDTF">2026-04-17T15:35:25Z</dcterms:created>
  <dcterms:modified xsi:type="dcterms:W3CDTF">2026-04-17T17:55:25Z</dcterms:modified>
</cp:coreProperties>
</file>