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694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794A3-D578-4CAA-9F51-1C8FF4465BC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1D575-4023-49E3-840F-4ECEA2DEF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0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1D575-4023-49E3-840F-4ECEA2DEF4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79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8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4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3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20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2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6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3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6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39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3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A5524-F5D0-41C4-A8F9-88A8AB8DF41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03B85-9A3C-48EE-B1B9-E6CD67845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65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B99E393-ECA6-F626-2A9B-03168A2FF3BC}"/>
              </a:ext>
            </a:extLst>
          </p:cNvPr>
          <p:cNvSpPr/>
          <p:nvPr/>
        </p:nvSpPr>
        <p:spPr>
          <a:xfrm>
            <a:off x="3024411" y="5276192"/>
            <a:ext cx="1122721" cy="42032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End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7ACF2B-C628-A12C-84C4-798A442A8745}"/>
              </a:ext>
            </a:extLst>
          </p:cNvPr>
          <p:cNvCxnSpPr>
            <a:cxnSpLocks/>
          </p:cNvCxnSpPr>
          <p:nvPr/>
        </p:nvCxnSpPr>
        <p:spPr>
          <a:xfrm flipH="1">
            <a:off x="3578863" y="4900206"/>
            <a:ext cx="1" cy="386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1283186-8EAA-A61D-A2F6-1334DF3E1F3D}"/>
              </a:ext>
            </a:extLst>
          </p:cNvPr>
          <p:cNvSpPr/>
          <p:nvPr/>
        </p:nvSpPr>
        <p:spPr>
          <a:xfrm>
            <a:off x="1408972" y="2796897"/>
            <a:ext cx="1238864" cy="420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Log in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7BB7B3D3-0CB6-6AC3-189F-3A19C483A459}"/>
              </a:ext>
            </a:extLst>
          </p:cNvPr>
          <p:cNvSpPr/>
          <p:nvPr/>
        </p:nvSpPr>
        <p:spPr>
          <a:xfrm>
            <a:off x="1322213" y="3469397"/>
            <a:ext cx="1309717" cy="763229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As supplier?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79A329-E985-84E2-884E-0E4B5072F93E}"/>
              </a:ext>
            </a:extLst>
          </p:cNvPr>
          <p:cNvCxnSpPr>
            <a:cxnSpLocks/>
          </p:cNvCxnSpPr>
          <p:nvPr/>
        </p:nvCxnSpPr>
        <p:spPr>
          <a:xfrm flipH="1">
            <a:off x="1970333" y="3217226"/>
            <a:ext cx="1" cy="232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D0B745-8890-55D8-AB02-6D6C3E0C87DE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970333" y="4232626"/>
            <a:ext cx="6739" cy="337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7A38B3-E298-7118-1A88-13B7986710D0}"/>
              </a:ext>
            </a:extLst>
          </p:cNvPr>
          <p:cNvCxnSpPr>
            <a:cxnSpLocks/>
          </p:cNvCxnSpPr>
          <p:nvPr/>
        </p:nvCxnSpPr>
        <p:spPr>
          <a:xfrm flipH="1">
            <a:off x="1983543" y="4990453"/>
            <a:ext cx="1313" cy="508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466B6CB1-4876-69C0-ADB7-7A767D4B7DEF}"/>
              </a:ext>
            </a:extLst>
          </p:cNvPr>
          <p:cNvSpPr/>
          <p:nvPr/>
        </p:nvSpPr>
        <p:spPr>
          <a:xfrm>
            <a:off x="1457884" y="5499415"/>
            <a:ext cx="1114681" cy="59658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End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80DEACB-DCB4-988C-139D-C82057B1F30B}"/>
              </a:ext>
            </a:extLst>
          </p:cNvPr>
          <p:cNvCxnSpPr>
            <a:cxnSpLocks/>
          </p:cNvCxnSpPr>
          <p:nvPr/>
        </p:nvCxnSpPr>
        <p:spPr>
          <a:xfrm>
            <a:off x="2647836" y="3851011"/>
            <a:ext cx="2378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11C1104-FDEA-836A-2A24-5F1B58C39203}"/>
              </a:ext>
            </a:extLst>
          </p:cNvPr>
          <p:cNvSpPr txBox="1"/>
          <p:nvPr/>
        </p:nvSpPr>
        <p:spPr>
          <a:xfrm>
            <a:off x="2548968" y="3570033"/>
            <a:ext cx="44176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No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04D5FF8-4780-1CCF-EFFE-16321CEF490A}"/>
              </a:ext>
            </a:extLst>
          </p:cNvPr>
          <p:cNvSpPr/>
          <p:nvPr/>
        </p:nvSpPr>
        <p:spPr>
          <a:xfrm>
            <a:off x="1449844" y="1980633"/>
            <a:ext cx="1122721" cy="42032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Start  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0A8FF92-C18A-AEB1-02E4-6D385C1B1E96}"/>
              </a:ext>
            </a:extLst>
          </p:cNvPr>
          <p:cNvCxnSpPr>
            <a:cxnSpLocks/>
          </p:cNvCxnSpPr>
          <p:nvPr/>
        </p:nvCxnSpPr>
        <p:spPr>
          <a:xfrm flipH="1">
            <a:off x="2011205" y="2410499"/>
            <a:ext cx="1" cy="386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6463997-7DA6-EF0C-9B1D-3E7942534D0E}"/>
              </a:ext>
            </a:extLst>
          </p:cNvPr>
          <p:cNvSpPr txBox="1"/>
          <p:nvPr/>
        </p:nvSpPr>
        <p:spPr>
          <a:xfrm>
            <a:off x="2381325" y="529178"/>
            <a:ext cx="231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 Flow Chart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9C500266-43D1-EA84-6ED8-E45E44CDDD81}"/>
              </a:ext>
            </a:extLst>
          </p:cNvPr>
          <p:cNvSpPr/>
          <p:nvPr/>
        </p:nvSpPr>
        <p:spPr>
          <a:xfrm>
            <a:off x="2901562" y="3469396"/>
            <a:ext cx="1309717" cy="763229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As client?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8828C76-37BF-3C23-0C8A-1B14D875EFB1}"/>
              </a:ext>
            </a:extLst>
          </p:cNvPr>
          <p:cNvCxnSpPr>
            <a:cxnSpLocks/>
          </p:cNvCxnSpPr>
          <p:nvPr/>
        </p:nvCxnSpPr>
        <p:spPr>
          <a:xfrm flipH="1">
            <a:off x="3556420" y="4229315"/>
            <a:ext cx="1" cy="232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9BD2675-1A76-28E7-2826-EA96AB393E06}"/>
              </a:ext>
            </a:extLst>
          </p:cNvPr>
          <p:cNvSpPr txBox="1"/>
          <p:nvPr/>
        </p:nvSpPr>
        <p:spPr>
          <a:xfrm>
            <a:off x="3227610" y="4191146"/>
            <a:ext cx="44176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Yes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3657E7-4FC3-C9FE-0B4D-DAAA043F426B}"/>
              </a:ext>
            </a:extLst>
          </p:cNvPr>
          <p:cNvSpPr/>
          <p:nvPr/>
        </p:nvSpPr>
        <p:spPr>
          <a:xfrm>
            <a:off x="3130182" y="4459616"/>
            <a:ext cx="911179" cy="420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Order flow chart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C326A7D-1429-5B6A-8431-B51944A9C261}"/>
              </a:ext>
            </a:extLst>
          </p:cNvPr>
          <p:cNvCxnSpPr>
            <a:cxnSpLocks/>
          </p:cNvCxnSpPr>
          <p:nvPr/>
        </p:nvCxnSpPr>
        <p:spPr>
          <a:xfrm>
            <a:off x="4211279" y="3851011"/>
            <a:ext cx="2378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C7D740C-3413-9023-2B73-14E40D032537}"/>
              </a:ext>
            </a:extLst>
          </p:cNvPr>
          <p:cNvSpPr txBox="1"/>
          <p:nvPr/>
        </p:nvSpPr>
        <p:spPr>
          <a:xfrm>
            <a:off x="4088571" y="3608616"/>
            <a:ext cx="44176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No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3EA053B-42B1-A309-0BD8-2B3836470744}"/>
              </a:ext>
            </a:extLst>
          </p:cNvPr>
          <p:cNvSpPr/>
          <p:nvPr/>
        </p:nvSpPr>
        <p:spPr>
          <a:xfrm>
            <a:off x="4451175" y="3623586"/>
            <a:ext cx="911179" cy="420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Login as admin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DE18758-363D-1CAA-B733-D177C5F96F90}"/>
              </a:ext>
            </a:extLst>
          </p:cNvPr>
          <p:cNvSpPr/>
          <p:nvPr/>
        </p:nvSpPr>
        <p:spPr>
          <a:xfrm>
            <a:off x="4272454" y="5102886"/>
            <a:ext cx="1122721" cy="42032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End 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9FA7480-3B9B-BC46-A187-C46684A118A2}"/>
              </a:ext>
            </a:extLst>
          </p:cNvPr>
          <p:cNvCxnSpPr>
            <a:cxnSpLocks/>
          </p:cNvCxnSpPr>
          <p:nvPr/>
        </p:nvCxnSpPr>
        <p:spPr>
          <a:xfrm flipH="1">
            <a:off x="4826906" y="4726900"/>
            <a:ext cx="1" cy="386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ABF76AE-44CF-A497-53D1-031A5EBA051A}"/>
              </a:ext>
            </a:extLst>
          </p:cNvPr>
          <p:cNvCxnSpPr>
            <a:cxnSpLocks/>
          </p:cNvCxnSpPr>
          <p:nvPr/>
        </p:nvCxnSpPr>
        <p:spPr>
          <a:xfrm flipH="1">
            <a:off x="4804463" y="4056009"/>
            <a:ext cx="1" cy="232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C91986C-A966-81CD-DD32-714DA762EBAA}"/>
              </a:ext>
            </a:extLst>
          </p:cNvPr>
          <p:cNvSpPr txBox="1"/>
          <p:nvPr/>
        </p:nvSpPr>
        <p:spPr>
          <a:xfrm>
            <a:off x="4475653" y="4017840"/>
            <a:ext cx="44176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Yes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16EC92-73E4-3F3E-6DCF-85DE492404CA}"/>
              </a:ext>
            </a:extLst>
          </p:cNvPr>
          <p:cNvSpPr/>
          <p:nvPr/>
        </p:nvSpPr>
        <p:spPr>
          <a:xfrm>
            <a:off x="4378225" y="4286310"/>
            <a:ext cx="911179" cy="420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Admin flow chart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B97A93-057D-D1F8-B92E-1432DE4A1487}"/>
              </a:ext>
            </a:extLst>
          </p:cNvPr>
          <p:cNvSpPr/>
          <p:nvPr/>
        </p:nvSpPr>
        <p:spPr>
          <a:xfrm>
            <a:off x="1555614" y="4570124"/>
            <a:ext cx="911179" cy="420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Supplier flow chart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4B16E9-2706-CDC5-2B4A-7BE1DA13B3B6}"/>
              </a:ext>
            </a:extLst>
          </p:cNvPr>
          <p:cNvSpPr txBox="1"/>
          <p:nvPr/>
        </p:nvSpPr>
        <p:spPr>
          <a:xfrm>
            <a:off x="1963772" y="4221353"/>
            <a:ext cx="44176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88577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33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Mina Mohsen Morris</dc:creator>
  <cp:lastModifiedBy>Mina Mohsen Morris</cp:lastModifiedBy>
  <cp:revision>7</cp:revision>
  <dcterms:created xsi:type="dcterms:W3CDTF">2026-04-17T11:11:03Z</dcterms:created>
  <dcterms:modified xsi:type="dcterms:W3CDTF">2026-04-17T17:32:43Z</dcterms:modified>
</cp:coreProperties>
</file>