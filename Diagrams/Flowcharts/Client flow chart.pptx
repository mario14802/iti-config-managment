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237" y="-11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52FE-B1DF-4BD9-B366-776090B9005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8485-9BD9-4D70-A30E-1D9DB98C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214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52FE-B1DF-4BD9-B366-776090B9005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8485-9BD9-4D70-A30E-1D9DB98C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42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52FE-B1DF-4BD9-B366-776090B9005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8485-9BD9-4D70-A30E-1D9DB98C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19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52FE-B1DF-4BD9-B366-776090B9005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8485-9BD9-4D70-A30E-1D9DB98C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99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52FE-B1DF-4BD9-B366-776090B9005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8485-9BD9-4D70-A30E-1D9DB98C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36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52FE-B1DF-4BD9-B366-776090B9005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8485-9BD9-4D70-A30E-1D9DB98C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72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52FE-B1DF-4BD9-B366-776090B9005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8485-9BD9-4D70-A30E-1D9DB98C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02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52FE-B1DF-4BD9-B366-776090B9005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8485-9BD9-4D70-A30E-1D9DB98C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0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52FE-B1DF-4BD9-B366-776090B9005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8485-9BD9-4D70-A30E-1D9DB98C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6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52FE-B1DF-4BD9-B366-776090B9005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8485-9BD9-4D70-A30E-1D9DB98C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889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52FE-B1DF-4BD9-B366-776090B9005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8485-9BD9-4D70-A30E-1D9DB98C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87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D52FE-B1DF-4BD9-B366-776090B9005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D8485-9BD9-4D70-A30E-1D9DB98CE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9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A1DF88-105A-F415-C6EE-9156C459FAD1}"/>
              </a:ext>
            </a:extLst>
          </p:cNvPr>
          <p:cNvSpPr txBox="1"/>
          <p:nvPr/>
        </p:nvSpPr>
        <p:spPr>
          <a:xfrm>
            <a:off x="2487168" y="256032"/>
            <a:ext cx="251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Client </a:t>
            </a:r>
            <a:r>
              <a:rPr lang="en-US" dirty="0"/>
              <a:t>Flow 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64FE2EC-45BF-6319-DA82-E1B05C6B17B4}"/>
              </a:ext>
            </a:extLst>
          </p:cNvPr>
          <p:cNvSpPr/>
          <p:nvPr/>
        </p:nvSpPr>
        <p:spPr>
          <a:xfrm>
            <a:off x="2718816" y="798576"/>
            <a:ext cx="1377696" cy="4267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AF1E1E2-3682-5F79-0C9F-3418E4D54EDA}"/>
              </a:ext>
            </a:extLst>
          </p:cNvPr>
          <p:cNvSpPr/>
          <p:nvPr/>
        </p:nvSpPr>
        <p:spPr>
          <a:xfrm>
            <a:off x="2529837" y="2313956"/>
            <a:ext cx="1895856" cy="36933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Browse products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EB3C687-3BC7-9125-432D-F280DDFA5B68}"/>
              </a:ext>
            </a:extLst>
          </p:cNvPr>
          <p:cNvCxnSpPr>
            <a:cxnSpLocks/>
          </p:cNvCxnSpPr>
          <p:nvPr/>
        </p:nvCxnSpPr>
        <p:spPr>
          <a:xfrm flipH="1">
            <a:off x="3386328" y="1214890"/>
            <a:ext cx="21336" cy="370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EDFFBF2-AC38-ED7C-55A2-FE3E79C6F346}"/>
              </a:ext>
            </a:extLst>
          </p:cNvPr>
          <p:cNvSpPr/>
          <p:nvPr/>
        </p:nvSpPr>
        <p:spPr>
          <a:xfrm>
            <a:off x="2529837" y="3061240"/>
            <a:ext cx="1895856" cy="36933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Add product to cart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AFF0DA-6378-13F2-32DC-0988F5B512EE}"/>
              </a:ext>
            </a:extLst>
          </p:cNvPr>
          <p:cNvCxnSpPr>
            <a:endCxn id="14" idx="0"/>
          </p:cNvCxnSpPr>
          <p:nvPr/>
        </p:nvCxnSpPr>
        <p:spPr>
          <a:xfrm>
            <a:off x="3477765" y="2683288"/>
            <a:ext cx="0" cy="377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8A93E43-6DDD-BFC0-8608-BE9BB82024EE}"/>
              </a:ext>
            </a:extLst>
          </p:cNvPr>
          <p:cNvCxnSpPr>
            <a:cxnSpLocks/>
          </p:cNvCxnSpPr>
          <p:nvPr/>
        </p:nvCxnSpPr>
        <p:spPr>
          <a:xfrm>
            <a:off x="3499101" y="3430572"/>
            <a:ext cx="0" cy="377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>
            <a:extLst>
              <a:ext uri="{FF2B5EF4-FFF2-40B4-BE49-F238E27FC236}">
                <a16:creationId xmlns:a16="http://schemas.microsoft.com/office/drawing/2014/main" id="{07B86F01-9584-F970-D47A-80173FFEBBD2}"/>
              </a:ext>
            </a:extLst>
          </p:cNvPr>
          <p:cNvSpPr/>
          <p:nvPr/>
        </p:nvSpPr>
        <p:spPr>
          <a:xfrm>
            <a:off x="2551173" y="4872752"/>
            <a:ext cx="1895855" cy="986504"/>
          </a:xfrm>
          <a:prstGeom prst="diamond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Checkout?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DF1971C-1B4B-CC1B-ABC2-C2791D5E49E0}"/>
              </a:ext>
            </a:extLst>
          </p:cNvPr>
          <p:cNvCxnSpPr>
            <a:cxnSpLocks/>
          </p:cNvCxnSpPr>
          <p:nvPr/>
        </p:nvCxnSpPr>
        <p:spPr>
          <a:xfrm>
            <a:off x="3493005" y="5859256"/>
            <a:ext cx="0" cy="377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546B9C-5143-A469-B0A2-3BF673A3344B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527045" y="2498622"/>
            <a:ext cx="10027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6D2B2FE-0821-645A-05F4-515412E48F80}"/>
              </a:ext>
            </a:extLst>
          </p:cNvPr>
          <p:cNvCxnSpPr>
            <a:stCxn id="18" idx="1"/>
          </p:cNvCxnSpPr>
          <p:nvPr/>
        </p:nvCxnSpPr>
        <p:spPr>
          <a:xfrm flipH="1">
            <a:off x="1520949" y="5366004"/>
            <a:ext cx="10302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185C36B-0DBE-EAB8-F69F-B895FD9FF2E8}"/>
              </a:ext>
            </a:extLst>
          </p:cNvPr>
          <p:cNvCxnSpPr>
            <a:cxnSpLocks/>
          </p:cNvCxnSpPr>
          <p:nvPr/>
        </p:nvCxnSpPr>
        <p:spPr>
          <a:xfrm flipV="1">
            <a:off x="1539237" y="2454164"/>
            <a:ext cx="0" cy="291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4802931-0604-1EAA-AC4B-64FEADD845E3}"/>
              </a:ext>
            </a:extLst>
          </p:cNvPr>
          <p:cNvSpPr txBox="1"/>
          <p:nvPr/>
        </p:nvSpPr>
        <p:spPr>
          <a:xfrm>
            <a:off x="1911093" y="5072872"/>
            <a:ext cx="3962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86992E-8CB3-D2C2-FA7B-ECF79E6DA0CC}"/>
              </a:ext>
            </a:extLst>
          </p:cNvPr>
          <p:cNvSpPr txBox="1"/>
          <p:nvPr/>
        </p:nvSpPr>
        <p:spPr>
          <a:xfrm>
            <a:off x="3081525" y="5850636"/>
            <a:ext cx="481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Yes</a:t>
            </a:r>
          </a:p>
        </p:txBody>
      </p:sp>
      <p:sp>
        <p:nvSpPr>
          <p:cNvPr id="29" name="Parallelogram 28">
            <a:extLst>
              <a:ext uri="{FF2B5EF4-FFF2-40B4-BE49-F238E27FC236}">
                <a16:creationId xmlns:a16="http://schemas.microsoft.com/office/drawing/2014/main" id="{F85FAC2C-044D-5855-527A-0D4235D96F5D}"/>
              </a:ext>
            </a:extLst>
          </p:cNvPr>
          <p:cNvSpPr/>
          <p:nvPr/>
        </p:nvSpPr>
        <p:spPr>
          <a:xfrm>
            <a:off x="2706625" y="6250448"/>
            <a:ext cx="1572760" cy="694944"/>
          </a:xfrm>
          <a:prstGeom prst="parallelogram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Order confirmed pop up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4EF479B-E384-6B6F-0FA4-0B7249078B09}"/>
              </a:ext>
            </a:extLst>
          </p:cNvPr>
          <p:cNvCxnSpPr>
            <a:cxnSpLocks/>
          </p:cNvCxnSpPr>
          <p:nvPr/>
        </p:nvCxnSpPr>
        <p:spPr>
          <a:xfrm>
            <a:off x="3471669" y="6945392"/>
            <a:ext cx="0" cy="377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DE7BCF5A-4AA0-C19E-B7DF-EE2ED9EAAB86}"/>
              </a:ext>
            </a:extLst>
          </p:cNvPr>
          <p:cNvSpPr/>
          <p:nvPr/>
        </p:nvSpPr>
        <p:spPr>
          <a:xfrm>
            <a:off x="2782821" y="7323344"/>
            <a:ext cx="1377696" cy="42672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9A2093-E6D3-4075-7E75-181F282FE38D}"/>
              </a:ext>
            </a:extLst>
          </p:cNvPr>
          <p:cNvSpPr/>
          <p:nvPr/>
        </p:nvSpPr>
        <p:spPr>
          <a:xfrm>
            <a:off x="2529837" y="1584960"/>
            <a:ext cx="1895856" cy="36933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Login as a client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5E35EAC-7495-4FB6-A769-6B5976DBDA16}"/>
              </a:ext>
            </a:extLst>
          </p:cNvPr>
          <p:cNvCxnSpPr>
            <a:cxnSpLocks/>
          </p:cNvCxnSpPr>
          <p:nvPr/>
        </p:nvCxnSpPr>
        <p:spPr>
          <a:xfrm flipH="1">
            <a:off x="3386328" y="1949089"/>
            <a:ext cx="21336" cy="370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arallelogram 6">
            <a:extLst>
              <a:ext uri="{FF2B5EF4-FFF2-40B4-BE49-F238E27FC236}">
                <a16:creationId xmlns:a16="http://schemas.microsoft.com/office/drawing/2014/main" id="{AA6EE1B3-6431-0CF0-BF0C-8C28A022DEAA}"/>
              </a:ext>
            </a:extLst>
          </p:cNvPr>
          <p:cNvSpPr/>
          <p:nvPr/>
        </p:nvSpPr>
        <p:spPr>
          <a:xfrm>
            <a:off x="2718816" y="3799856"/>
            <a:ext cx="1572760" cy="694944"/>
          </a:xfrm>
          <a:prstGeom prst="parallelogram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Add client details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BFAEF3-20F6-C725-DEF3-A949A2941784}"/>
              </a:ext>
            </a:extLst>
          </p:cNvPr>
          <p:cNvCxnSpPr>
            <a:cxnSpLocks/>
          </p:cNvCxnSpPr>
          <p:nvPr/>
        </p:nvCxnSpPr>
        <p:spPr>
          <a:xfrm>
            <a:off x="3483857" y="4494800"/>
            <a:ext cx="0" cy="377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798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26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Mina Mohsen Morris</dc:creator>
  <cp:lastModifiedBy>Mina Mohsen Morris</cp:lastModifiedBy>
  <cp:revision>4</cp:revision>
  <dcterms:created xsi:type="dcterms:W3CDTF">2026-04-17T15:19:22Z</dcterms:created>
  <dcterms:modified xsi:type="dcterms:W3CDTF">2026-04-17T17:59:13Z</dcterms:modified>
</cp:coreProperties>
</file>